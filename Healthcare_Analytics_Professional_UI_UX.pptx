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7138" y="2111970"/>
            <a:ext cx="764972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rPr sz="4000" dirty="0"/>
              <a:t>Healthcare Risk &amp; Patient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1055" y="2819856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7A60"/>
                </a:solidFill>
              </a:defRPr>
            </a:pPr>
            <a:r>
              <a:rPr dirty="0"/>
              <a:t>Advanced Clinical &amp; Behavioral Data Analysis</a:t>
            </a:r>
          </a:p>
          <a:p>
            <a:pPr>
              <a:defRPr sz="1800"/>
            </a:pPr>
            <a:r>
              <a:rPr dirty="0"/>
              <a:t>Transforming 30,000 patient records into actionable healthcare intelligence</a:t>
            </a:r>
            <a:br>
              <a:rPr dirty="0"/>
            </a:br>
            <a:r>
              <a:rPr dirty="0"/>
              <a:t>using Python, SQL, and interactive dashboards.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Objective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Analyze clinical &amp; lifestyle data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Identify risk drivers &amp; hospitalization patterns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Enable preventive healthcare strategies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Dataset Overview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30,000 patient records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20 clinical &amp; behavioral variables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Engineered health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Technology Stack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Python | PostgreSQL | </a:t>
            </a:r>
            <a:r>
              <a:rPr dirty="0" err="1"/>
              <a:t>Plotly</a:t>
            </a:r>
            <a:r>
              <a:rPr dirty="0"/>
              <a:t> | Dash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t>Data Engineering &amp;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Data Cleaning Strategy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Standardized medical indicators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Handled 15% missing data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Removed noisy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Feature Engineering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Created Risk Score segmentation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Built Age Group categories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Engineered behavioral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Database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Exported clean dataset to PostgreSQL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Performed advanced SQL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t>Risk Analysis by Medical Condition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Key Findings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Diabetes &amp; Obesity show highest risk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Hypertension &amp; Asthma moderate risk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Healthy patients lowest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Business Interpretation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Metabolic conditions drive elevated risk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Require targeted intervention 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t>Lifestyle Impact on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Smoking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Elevated cholesterol levels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Increased cardiovascular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Alcohol &amp; BMI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Alcohol moderately increases risk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High BMI linked with longer hospital stays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Insight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Lifestyle behaviors amplify clinical risk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t>Patient Risk Segmentation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Risk Categories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Low Risk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Medium Risk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High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Observation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Majority in Medium Risk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Opportunity for preventive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t>Hospitalization &amp; Recovery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Length of Stay Findings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High-risk patients stay longer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Obesity influences recovery duration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Age increases severity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Operational Impact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Align hospital resources with high-risk segments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t>Clinical &amp; Behavioral Correlations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Pattern Insights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Stress negatively impacts sleep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High glucose clusters with high BMI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Lifestyle + chronic conditions amplify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Conclusion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Outcomes influenced by physiological &amp; behavioral factors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t>Demographic Risk Trends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Age-Based Breakdown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Risk increases with age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Seniors highest severity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Younger population lower hospitalization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Strategic Insight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Prioritize preventive screening for aging population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4E3B"/>
                </a:solidFill>
              </a:defRPr>
            </a:pPr>
            <a:r>
              <a:t>Strategic Healthcare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319"/>
            <a:ext cx="7680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Preventive Programs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Target high-risk metabolic 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7680960" cy="1051401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Lifestyle Initiatives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Reduce smoking &amp; obesity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8722"/>
            <a:ext cx="7680960" cy="1295226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Resource Optimization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Align capacity with high-risk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1762"/>
            <a:ext cx="7680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4E3B"/>
                </a:solidFill>
              </a:defRPr>
            </a:pPr>
            <a:r>
              <a:rPr dirty="0"/>
              <a:t>Behavioral Health Support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3C3C3C"/>
                </a:solidFill>
              </a:defRPr>
            </a:pPr>
            <a:r>
              <a:rPr dirty="0"/>
              <a:t>Address stress &amp; sleep risk factors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309</Words>
  <Application>Microsoft Office PowerPoint</Application>
  <PresentationFormat>On-screen Show (4:3)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Sharma</cp:lastModifiedBy>
  <cp:revision>2</cp:revision>
  <dcterms:created xsi:type="dcterms:W3CDTF">2013-01-27T09:14:16Z</dcterms:created>
  <dcterms:modified xsi:type="dcterms:W3CDTF">2026-03-03T11:46:57Z</dcterms:modified>
  <cp:category/>
</cp:coreProperties>
</file>